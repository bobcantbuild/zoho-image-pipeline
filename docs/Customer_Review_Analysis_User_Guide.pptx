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958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1097280" y="4023360"/>
            <a:ext cx="182880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User Guide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C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every section, control, and column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0" y="4846320"/>
            <a:ext cx="1463040" cy="1463040"/>
          </a:xfrm>
          <a:prstGeom prst="ellipse">
            <a:avLst/>
          </a:prstGeom>
          <a:solidFill>
            <a:srgbClr val="6366F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48463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</a:rPr>
              <a:t>🔍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is for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20240" y="20299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Order ID match?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24871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Order ID the customer typed in the form against the Order ID visible in their screenshot.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7033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03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36301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 rating did they give?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4087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number of stars directly from the screenshot — no manual counting.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53035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03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920240" y="5230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review verified?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20240" y="56875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checks into one clear verdict: YES, NO, or Un-Verified.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needed this dashboard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4297680"/>
          </a:xfrm>
          <a:prstGeom prst="roundRect">
            <a:avLst>
              <a:gd name="adj" fmla="val 31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every screenshot/ Images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Order ID by eye, type-compare to 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stars one by 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was checked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make mistakes — hard to audit later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85232" cy="4297680"/>
          </a:xfrm>
          <a:prstGeom prst="roundRect">
            <a:avLst>
              <a:gd name="adj" fmla="val 31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read automatically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IDs compared on the spot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counts detected by the system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saved and exportable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records in less 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at a glance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areas, top to bottom — summary cards, filter toolbar, records table.</a:t>
            </a:r>
            <a:endParaRPr lang="en-US" sz="1600" dirty="0"/>
          </a:p>
        </p:txBody>
      </p:sp>
      <p:pic>
        <p:nvPicPr>
          <p:cNvPr id="6" name="Image 0" descr="C:\myfiles\IFB\Project\IT\zoho-image-pipeline\docs\screenshots\01_full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920240"/>
            <a:ext cx="914400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0" y="2468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search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0" y="5486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table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</a:t>
            </a:r>
            <a:endParaRPr lang="en-US" sz="3200" dirty="0"/>
          </a:p>
        </p:txBody>
      </p:sp>
      <p:pic>
        <p:nvPicPr>
          <p:cNvPr id="5" name="Image 0" descr="C:\myfiles\IFB\Project\IT\zoho-image-pipeline\docs\screenshots\metr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112471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cards across the top give you the headline picture before you look at any individual record.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389120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5262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Pipeline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98348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loaded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15768" y="4389120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07208" y="45262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807208" y="498348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being processed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74336" y="4389120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65776" y="45262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Match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65776" y="498348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Mismatch / Un-Verified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32904" y="4389120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24344" y="45262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24344" y="498348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  |   &lt; 4   |   Un-Verified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491472" y="4389120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82912" y="45262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582912" y="498348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/ Un-Verified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 chips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Match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2331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in screenshot = ID in 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Mismatch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3017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IDs are different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Un-Verified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703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could not be read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233172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≥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331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 5 stars — positive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01752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017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&lt;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3017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stars or less — negative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70332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703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Un-Verified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3703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could not be read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the overall verdict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ID matched AND star rating is ≥ 4    </a:t>
            </a: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ID didn't match OR rating is &lt; 4    </a:t>
            </a: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Un-Verified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not enough info to decide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search</a:t>
            </a:r>
            <a:endParaRPr lang="en-US" sz="3200" dirty="0"/>
          </a:p>
        </p:txBody>
      </p:sp>
      <p:pic>
        <p:nvPicPr>
          <p:cNvPr id="5" name="Image 0" descr="C:\myfiles\IFB\Project\IT\zoho-image-pipeline\docs\screenshots\fil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1124712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2918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429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file name, Order ID, or Ticket ID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32918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56432" y="3429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Verified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56432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overall verdict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81344" y="32918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18504" y="3429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Order ID Match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18504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match result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43416" y="32918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80576" y="3429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Star ≥ 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80576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positive / negative / unreadable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645152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782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Branch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" y="51937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IFB branch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19272" y="4645152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56432" y="4782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Date of Posting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56432" y="51937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 range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81344" y="4645152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18504" y="4782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Export to CSV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18504" y="51937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visible records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43416" y="4645152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80576" y="4782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Clear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80576" y="51937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every filter to defaults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table</a:t>
            </a:r>
            <a:endParaRPr lang="en-US" sz="3200" dirty="0"/>
          </a:p>
        </p:txBody>
      </p:sp>
      <p:pic>
        <p:nvPicPr>
          <p:cNvPr id="5" name="Image 0" descr="C:\myfiles\IFB\Project\IT\zoho-image-pipeline\docs\screenshots\ta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1124712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customer review. Use the columns below to read each record at a glance.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690872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Posting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review came 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461772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4690872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Order ID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29000" y="4983480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typed by the customer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81344" y="461772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4690872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Order ID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91072" y="4983480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read from the screenshot (red = differs)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043416" y="461772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53144" y="4690872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Rating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53144" y="4983480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on the "Installation and Demo" screen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5605272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5678424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5971032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on the "Rate your experience" screen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19272" y="5605272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29000" y="5678424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29000" y="5971032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when neither label is detected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81344" y="5605272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5678424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≥ 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91072" y="5971032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if 4+ stars, No otherwise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043416" y="5605272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53144" y="5678424"/>
            <a:ext cx="2569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Verified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53144" y="5971032"/>
            <a:ext cx="2569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verdict (YES / NO / Un-Verified)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differences are shown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File Order ID does not exactly match the Zoho Order ID, the differing characters appear in red. Small differences are forgiven — they still count as a match.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108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Order 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2743200"/>
            <a:ext cx="3108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Order 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2743200"/>
            <a:ext cx="1463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0" y="2743200"/>
            <a:ext cx="3017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402-2799611-0609959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402-2799611-0609959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402-2799611-0609959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402-279961</a:t>
            </a:r>
            <a:r>
              <a:rPr lang="en-US" sz="14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-0609959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703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character off — forgiven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402-2799611-0609959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402-</a:t>
            </a:r>
            <a:r>
              <a:rPr lang="en-US" sz="14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3851230</a:t>
            </a: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-0609959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4206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differences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differing characters are treated as a match (small OCR errors). Four or more differences = different order.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session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691640" y="182880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920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 at the top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452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five summary cards for the headline picture.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691640" y="27889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880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it down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3246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filters: branch, date range, only failed verifications, etc.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691640" y="374904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3840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74520" y="4206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red-highlighted differences and check the verdicts.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09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691640" y="470916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48006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when needed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74520" y="5166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Export to CSV to share the filtered list.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669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691640" y="566928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57607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74520" y="6126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Clear to wipe filters and start over.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Analysis  ·  User Guide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dashboard.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summary cards.   A filter toolbar.   A detailed table.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4023360"/>
            <a:ext cx="228600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297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C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804</Words>
  <Application>Microsoft Office PowerPoint</Application>
  <PresentationFormat>Widescreen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Aswin S</cp:lastModifiedBy>
  <cp:revision>2</cp:revision>
  <dcterms:created xsi:type="dcterms:W3CDTF">2026-06-01T05:48:45Z</dcterms:created>
  <dcterms:modified xsi:type="dcterms:W3CDTF">2026-06-01T06:59:27Z</dcterms:modified>
</cp:coreProperties>
</file>