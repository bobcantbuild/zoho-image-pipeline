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19202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97280" y="27432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1097280" y="4023360"/>
            <a:ext cx="1828800" cy="0"/>
          </a:xfrm>
          <a:prstGeom prst="line">
            <a:avLst/>
          </a:prstGeom>
          <a:noFill/>
          <a:ln w="381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User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walkthrough of every section, control, and column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01200" y="4846320"/>
            <a:ext cx="1463040" cy="1463040"/>
          </a:xfrm>
          <a:prstGeom prst="ellipse">
            <a:avLst/>
          </a:prstGeom>
          <a:solidFill>
            <a:srgbClr val="6366F1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484632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</a:rPr>
              <a:t>🔍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dashboard is for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9728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0312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920240" y="20299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Order ID match?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20240" y="248716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Order ID the customer typed in the form against the Order ID visible in their screenshot.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109728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370332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703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920240" y="36301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star rating did they give?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20240" y="408736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number of stars directly from the screenshot — no manual counting.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029200"/>
            <a:ext cx="109728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530352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303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920240" y="52303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review verified?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920240" y="568756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both checks into one clear verdict: YES, NO, or Un-Verified.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needed this dashboard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440680" cy="4297680"/>
          </a:xfrm>
          <a:prstGeom prst="roundRect">
            <a:avLst>
              <a:gd name="adj" fmla="val 3191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50292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of every screenshot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each Order ID by eye, type-compare to form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stars one by 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what was checked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make mistakes — hard to audit later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285232" cy="4297680"/>
          </a:xfrm>
          <a:prstGeom prst="roundRect">
            <a:avLst>
              <a:gd name="adj" fmla="val 3191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011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screenshot read automatically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IDs compared on the spot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counts detected by the system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saved and exportable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records in seconds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at a glance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areas, top to bottom — summary cards, filter toolbar, records table.</a:t>
            </a:r>
            <a:endParaRPr lang="en-US" sz="1600" dirty="0"/>
          </a:p>
        </p:txBody>
      </p:sp>
      <p:pic>
        <p:nvPicPr>
          <p:cNvPr id="6" name="Image 0" descr="C:\myfiles\IFB\Project\IT\zoho-image-pipeline\docs\screenshots\01_full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920240"/>
            <a:ext cx="9144000" cy="4434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0" y="21945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972800" y="2468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cards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972800" y="3840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0" y="411480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&amp; search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972800" y="52120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972800" y="548640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table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title bar</a:t>
            </a:r>
            <a:endParaRPr lang="en-US" sz="3200" dirty="0"/>
          </a:p>
        </p:txBody>
      </p:sp>
      <p:pic>
        <p:nvPicPr>
          <p:cNvPr id="5" name="Image 0" descr="C:\myfiles\IFB\Project\IT\zoho-image-pipeline\docs\screenshots\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28800"/>
            <a:ext cx="1097280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 title bar — no data, no controls.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3749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which dashboard you are looking at.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cards</a:t>
            </a:r>
            <a:endParaRPr lang="en-US" sz="3200" dirty="0"/>
          </a:p>
        </p:txBody>
      </p:sp>
      <p:pic>
        <p:nvPicPr>
          <p:cNvPr id="5" name="Image 0" descr="C:\myfiles\IFB\Project\IT\zoho-image-pipeline\docs\screenshots\metr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11247120" cy="1645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611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cards across the top give you the headline picture before you look at any individual record.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4389120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26280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Pipeline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4983480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 loaded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15768" y="4389120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07208" y="4526280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807208" y="4983480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being processed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74336" y="4389120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65776" y="4526280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ID Match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065776" y="4983480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/ Mismatch / Un-Verified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32904" y="4389120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24344" y="4526280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Rating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324344" y="4983480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4   |   &lt; 4   |   Un-Verified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491472" y="4389120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582912" y="4526280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582912" y="4983480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/ NO / Un-Verified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DETAIL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result chips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ID Match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DCFCE7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331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468880" y="23317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in screenshot = ID in 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Mismatch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68880" y="3017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IDs are different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0332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7033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Un-Verified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37033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them could not be read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17830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Rating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400800" y="233172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331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≥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0" y="23317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or 5 stars — positive review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0" y="301752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&lt; 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0" y="3017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stars or less — negative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0" y="370332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37033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Un-Verified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0" y="37033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 could not be read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10972800" cy="1417320"/>
          </a:xfrm>
          <a:prstGeom prst="roundRect">
            <a:avLst>
              <a:gd name="adj" fmla="val 645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074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— the overall verdict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68680" y="54406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 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ID matched AND star rating is ≥ 4    </a:t>
            </a:r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NO 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ID didn't match OR rating is &lt; 4    </a:t>
            </a:r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Un-Verified 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not enough info to decide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&amp; search</a:t>
            </a:r>
            <a:endParaRPr lang="en-US" sz="3200" dirty="0"/>
          </a:p>
        </p:txBody>
      </p:sp>
      <p:pic>
        <p:nvPicPr>
          <p:cNvPr id="5" name="Image 0" descr="C:\myfiles\IFB\Project\IT\zoho-image-pipeline\docs\screenshots\filt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11247120" cy="1280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29184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342900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Search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38404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file name, Order ID, or Ticket 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19272" y="329184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56432" y="342900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Verified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56432" y="38404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overall verdict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81344" y="329184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18504" y="342900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Order ID Match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318504" y="38404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match result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43416" y="329184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0576" y="342900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Star ≥ 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180576" y="38404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only positive / negative / unreadable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4645152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47823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Branch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94360" y="519379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IFB branch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319272" y="4645152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56432" y="47823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Date of Posting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3456432" y="519379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date range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81344" y="4645152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18504" y="47823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Export to CSV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318504" y="519379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visible records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043416" y="4645152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80576" y="4782312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Clear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180576" y="519379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every filter to defaults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table</a:t>
            </a:r>
            <a:endParaRPr lang="en-US" sz="3200" dirty="0"/>
          </a:p>
        </p:txBody>
      </p:sp>
      <p:pic>
        <p:nvPicPr>
          <p:cNvPr id="5" name="Image 0" descr="C:\myfiles\IFB\Project\IT\zoho-image-pipeline\docs\screenshots\tab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1124712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customer review. Use the columns below to read each record at a glance.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461772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4690872"/>
            <a:ext cx="2569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of Posting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6928" y="4983480"/>
            <a:ext cx="2569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review came in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19272" y="461772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4690872"/>
            <a:ext cx="2569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Order ID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429000" y="4983480"/>
            <a:ext cx="2569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typed by the customer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81344" y="461772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91072" y="4690872"/>
            <a:ext cx="2569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Order ID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291072" y="4983480"/>
            <a:ext cx="2569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read from the screenshot (red = differs)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043416" y="461772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53144" y="4690872"/>
            <a:ext cx="2569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Rating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153144" y="4983480"/>
            <a:ext cx="2569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 on the "Installation and Demo" screen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5605272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5678424"/>
            <a:ext cx="2569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Rating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66928" y="5971032"/>
            <a:ext cx="2569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 on the "Rate your experience" screen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19272" y="5605272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29000" y="5678424"/>
            <a:ext cx="2569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Rating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429000" y="5971032"/>
            <a:ext cx="2569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 when neither label is detected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181344" y="5605272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91072" y="5678424"/>
            <a:ext cx="2569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≥ 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291072" y="5971032"/>
            <a:ext cx="2569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if 4+ stars, No otherwise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043416" y="5605272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53144" y="5678424"/>
            <a:ext cx="2569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Verified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153144" y="5971032"/>
            <a:ext cx="2569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verdict (YES / NO / Un-Verified)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DETAIL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differences are shown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File Order ID does not exactly match the Zoho Order ID, the differing characters appear in red. Small differences are forgiven — they still count as a match.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31089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7432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Order ID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840480" y="2743200"/>
            <a:ext cx="31089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27432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Order ID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40880" y="2743200"/>
            <a:ext cx="14630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27432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ID Match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595360" y="2743200"/>
            <a:ext cx="30175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0" y="27432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402-2799611-0609959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402-2799611-0609959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40880" y="32004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95360" y="3200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match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402-2799611-0609959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402-279961</a:t>
            </a:r>
            <a:pPr algn="ctr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-0609959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40880" y="37033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95360" y="3703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character off — forgiven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402-2799611-0609959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4048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402-</a:t>
            </a:r>
            <a:pPr algn="ctr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3851230</a:t>
            </a:r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-0609959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40880" y="42062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595360" y="4206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differences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21208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34924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 differing characters are treated as a match (small OCR errors).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or more differences = different order.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session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691640" y="1828800"/>
            <a:ext cx="9966960" cy="82296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74520" y="192024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Glance at the top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five summary cards for the headline picture.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889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1691640" y="2788920"/>
            <a:ext cx="9966960" cy="82296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288036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it down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874520" y="324612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filters: branch, date range, only failed verifications, etc.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49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691640" y="3749040"/>
            <a:ext cx="9966960" cy="82296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74520" y="384048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table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74520" y="420624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red-highlighted differences and check the verdicts.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70916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7091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1691640" y="4709160"/>
            <a:ext cx="9966960" cy="82296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74520" y="480060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when needed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874520" y="516636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Export to CSV to share the filtered list.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66928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6692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1691640" y="5669280"/>
            <a:ext cx="9966960" cy="82296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74520" y="576072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874520" y="612648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Clear to wipe filters and start over.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 Analysis  ·  User Guide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820095" y="6492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286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whole dashboard.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summary cards.   A filter toolbar.   A detailed table.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97280" y="4023360"/>
            <a:ext cx="2286000" cy="0"/>
          </a:xfrm>
          <a:prstGeom prst="line">
            <a:avLst/>
          </a:prstGeom>
          <a:noFill/>
          <a:ln w="381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297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9C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2026-06-01T05:48:45Z</dcterms:created>
  <dcterms:modified xsi:type="dcterms:W3CDTF">2026-06-01T05:48:45Z</dcterms:modified>
</cp:coreProperties>
</file>